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7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40-4BCC-903D-A0B2690092C4}"/>
              </c:ext>
            </c:extLst>
          </c:dPt>
          <c:dLbls>
            <c:dLbl>
              <c:idx val="0"/>
              <c:layout>
                <c:manualLayout>
                  <c:x val="-1.9548337707786527E-3"/>
                  <c:y val="-0.43011463844797176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40-4BCC-903D-A0B2690092C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Passed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E40-4BCC-903D-A0B269009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49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 will walk you through the ParaBank End-to-End Automation Framework I built using Selenium, Java, TestNG, and Maven.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agenda for today's presentation covering 10 main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ParaBank is a sample banking web app. We automated it using POM to keep our code clean and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testing creates bottlenecks in four key areas — time, repetition, errors, and regression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key objectives drive this project — reducing effort, improving coverage, reusability, speed, and ease of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stack includes Java for scripting, Selenium for browser control, TestNG for test management, Maven for builds, Eclipse as IDE, and ChromeDriver for Chrome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Selenium is the industry standard for web automation. It is free, supports multiple browsers, and integrates well with Java and TestNG.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framework flows from TestNG at the top through test cases, page classes, utilities, WebDriver, and finally to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Maven provides a standard project layout. The pom.xml and testng.xml files are the heart of the project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is organized into five main packages: base, pages, utilities, testcases, and a Screenshots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BaseTest handles browser lifecycle. @BeforeMethod launches Chrome, and @AfterMethod closes it. Every test class extends BaseTest.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ConfigReader loads properties from config.properties file. This avoids hardcoding and makes it easy to switch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B4ACE-F61E-1B38-FD0F-D5120247C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DECDF-7966-955A-5640-BEC533B42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5B0C5-BEED-6B50-6A54-A2F6CCCF9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ConfigReader loads properties from config.properties file. This avoids hardcoding and makes it easy to switch environments.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F9F7E-E8D8-4822-8CD1-E3746510C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22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POM separates page interactions from test logic. Each page has a dedicated class, making code reusable and easy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LoginPage encapsulates username field, password field, and login button. The login() method is called by any test needing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RegisterPage fills out the registration form step by step, generates a unique username using timestamps, and stores it for later test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TransferFundsPage navigates to the transfer section, enters the amount, submits, and verifies the success confirmation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BillPayPage fills in all payee details — name, address, phone, account number, and payment amount — then submits and verifies the success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utility classes power the framework: TestData shares state between tests, ScreenshotUtil captures evidence, and ConfigReader manages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test classes cover registration, fund transfer, bill payment, and an end-to-end demo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testng.xml controls the execution order. RegisterTest runs first to create the account. Subsequent tests share the username via TestData.java.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testng.xml is the master control file. It specifies suite name, test name, and lists classes in the exact order we want them to execute.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Eclipse console shows all test steps logged in real-time. The final line 'BUILD SUCCESS' confirms all 4 tests passed with no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4 tests passed with a 100% pass rate. The full suite completed in approximately 38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 — we built a full automation framework, achieved 100% pass rate across all test cases, and demonstrated industry-standard practices.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09728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F18F01">
              <a:alpha val="10000"/>
            </a:srgbClr>
          </a:solidFill>
          <a:ln w="12700">
            <a:solidFill>
              <a:srgbClr val="F18F0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Framework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50292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60964"/>
            <a:ext cx="5486400" cy="47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Snehal Reddy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Godala</a:t>
            </a: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Navin CK 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329267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ED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2532" y="914400"/>
            <a:ext cx="4016588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F8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532" y="1463040"/>
            <a:ext cx="4016588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ED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532" y="2011680"/>
            <a:ext cx="4016588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Technology Stack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F8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532" y="2560320"/>
            <a:ext cx="4016587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Framework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ED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532" y="3108960"/>
            <a:ext cx="4016588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Page Object 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ED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7372" y="914400"/>
            <a:ext cx="4016588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Utilities &amp; Config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F8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7372" y="1463040"/>
            <a:ext cx="4016588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Test Cases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ED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7372" y="2011680"/>
            <a:ext cx="4016588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Execution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F8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7372" y="2560320"/>
            <a:ext cx="4016588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Test Results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4069080" cy="484632"/>
          </a:xfrm>
          <a:prstGeom prst="roundRect">
            <a:avLst>
              <a:gd name="adj" fmla="val 11321"/>
            </a:avLst>
          </a:prstGeom>
          <a:solidFill>
            <a:srgbClr val="E8ED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7372" y="3108960"/>
            <a:ext cx="4016588" cy="48463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1097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1.ApplicatioApplication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4340" y="1417320"/>
            <a:ext cx="8052647" cy="817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– a web-based banking application used as a real-world testing target for automation practice and skill demonstration.</a:t>
            </a:r>
          </a:p>
        </p:txBody>
      </p:sp>
      <p:sp>
        <p:nvSpPr>
          <p:cNvPr id="11" name="Text 9"/>
          <p:cNvSpPr/>
          <p:nvPr/>
        </p:nvSpPr>
        <p:spPr>
          <a:xfrm>
            <a:off x="-231987" y="1869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2.Design Pattern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339340"/>
            <a:ext cx="77952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Page Object Model (POM) design pattern to separate test logic from page interactions, improving code reuse.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2652607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3.Reusable Framework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97107"/>
            <a:ext cx="7643707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scalable, maintainable automation framework with shared utilities, base classes, and centralized configuration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– Why Automate?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6038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1.Time Consuming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6038" y="1554480"/>
            <a:ext cx="58592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execution for each release cycle takes days, delaying delivery and feedback loops.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3823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6038" y="199271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2.Repetitive Tasks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0901" y="2280751"/>
            <a:ext cx="74841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repeatedly execute the same regression scenarios, leading to fatigue and reduced focus on exploratory testing.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6038" y="271221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3.Human Errors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0901" y="3027681"/>
            <a:ext cx="715907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is prone to missed steps, inconsistent data entry, and oversight—especially under deadline pressure.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3823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6038" y="34518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4.Difficult Regression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0901" y="3816265"/>
            <a:ext cx="73825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application grows, full regression coverage becomes impossible to maintain manually within sprint timelines.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09728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F18F01">
              <a:alpha val="10000"/>
            </a:srgbClr>
          </a:solidFill>
          <a:ln w="12700">
            <a:solidFill>
              <a:srgbClr val="F18F0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22960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960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Effort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13075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regression scenarios to free testers for exploratory testing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77240" y="17373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Test Coverage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77240" y="2084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all critical banking workflows including registration, transfer, and bill pay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777240" y="2514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Framework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77240" y="28620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modular, maintainable code using Page Object Model and shared utilities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777240" y="3291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Faster Execution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77240" y="3639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test suite in minutes rather than hours of manual effort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777240" y="40690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777240" y="4416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locators in page classes so UI changes require minimal code updates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972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writing test scripts and framework utilities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97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tool that drives Chrome to interact with the ParaBank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097280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97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framework providing annotations, test sequencing, and reporting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98648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35808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35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49300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dependency management tool; controls library versions via pom.xml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898648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3035808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35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49300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for writing, debugging, and running automation code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898648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3035808"/>
            <a:ext cx="2423160" cy="384048"/>
          </a:xfrm>
          <a:prstGeom prst="roundRect">
            <a:avLst>
              <a:gd name="adj" fmla="val 1190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3580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493008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 implementation that bridges Selenium with the Chrome browser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Selenium WebDriver?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Source &amp; Free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792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cost — perfect for organizations of all sizes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2128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Multi-Browser Support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432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Chrome, Firefox, Edge, Safari and more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8529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Java Integration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0723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Java with clean WebDriver APIs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930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4930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TestNG Integration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37124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combines with TestNG for structured execution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330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4133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Industry Standard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4352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the industry — great for career growth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960120"/>
            <a:ext cx="3246120" cy="3794760"/>
          </a:xfrm>
          <a:prstGeom prst="roundRect">
            <a:avLst>
              <a:gd name="adj" fmla="val 2254"/>
            </a:avLst>
          </a:prstGeom>
          <a:solidFill>
            <a:srgbClr val="1A2F45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1234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16916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#1 browser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world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2880360"/>
            <a:ext cx="237744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0175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top companies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Google,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and Amazon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15000" y="4041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Community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Rich Documentation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Ready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57400" y="868680"/>
            <a:ext cx="5029200" cy="603504"/>
          </a:xfrm>
          <a:prstGeom prst="roundRect">
            <a:avLst>
              <a:gd name="adj" fmla="val 1060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57400" y="86868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57400" y="1170432"/>
            <a:ext cx="50292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&amp; annotations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472184"/>
            <a:ext cx="0" cy="82296"/>
          </a:xfrm>
          <a:prstGeom prst="line">
            <a:avLst/>
          </a:prstGeom>
          <a:noFill/>
          <a:ln w="25400">
            <a:solidFill>
              <a:srgbClr val="4A62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4538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278"/>
                </a:solidFill>
              </a:rPr>
              <a:t>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57400" y="1545336"/>
            <a:ext cx="5029200" cy="603504"/>
          </a:xfrm>
          <a:prstGeom prst="roundRect">
            <a:avLst>
              <a:gd name="adj" fmla="val 10606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1545336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1847088"/>
            <a:ext cx="50292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RegisterTest · TransferFundsTest · BillPayTest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2148840"/>
            <a:ext cx="0" cy="82296"/>
          </a:xfrm>
          <a:prstGeom prst="line">
            <a:avLst/>
          </a:prstGeom>
          <a:noFill/>
          <a:ln w="25400">
            <a:solidFill>
              <a:srgbClr val="4A62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21305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278"/>
                </a:solidFill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57400" y="2221992"/>
            <a:ext cx="5029200" cy="603504"/>
          </a:xfrm>
          <a:prstGeom prst="roundRect">
            <a:avLst>
              <a:gd name="adj" fmla="val 1060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57400" y="222199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Classes (POM)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57400" y="2523744"/>
            <a:ext cx="50292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 · RegisterPage · TransferFundsPage · BillPayPage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825496"/>
            <a:ext cx="0" cy="82296"/>
          </a:xfrm>
          <a:prstGeom prst="line">
            <a:avLst/>
          </a:prstGeom>
          <a:noFill/>
          <a:ln w="25400">
            <a:solidFill>
              <a:srgbClr val="4A62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28072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278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57400" y="2898648"/>
            <a:ext cx="5029200" cy="603504"/>
          </a:xfrm>
          <a:prstGeom prst="roundRect">
            <a:avLst>
              <a:gd name="adj" fmla="val 10606"/>
            </a:avLst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57400" y="2898648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57400" y="3200400"/>
            <a:ext cx="50292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 · ConfigReader · ScreenshotUtil · TestData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3502152"/>
            <a:ext cx="0" cy="82296"/>
          </a:xfrm>
          <a:prstGeom prst="line">
            <a:avLst/>
          </a:prstGeom>
          <a:noFill/>
          <a:ln w="25400">
            <a:solidFill>
              <a:srgbClr val="4A62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34838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278"/>
                </a:solidFill>
              </a:rPr>
              <a:t>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57400" y="3575304"/>
            <a:ext cx="5029200" cy="603504"/>
          </a:xfrm>
          <a:prstGeom prst="roundRect">
            <a:avLst>
              <a:gd name="adj" fmla="val 10606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57400" y="357530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57400" y="3877056"/>
            <a:ext cx="50292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 browser control layer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4178808"/>
            <a:ext cx="0" cy="82296"/>
          </a:xfrm>
          <a:prstGeom prst="line">
            <a:avLst/>
          </a:prstGeom>
          <a:noFill/>
          <a:ln w="25400">
            <a:solidFill>
              <a:srgbClr val="4A62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4160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278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57400" y="4251960"/>
            <a:ext cx="5029200" cy="603504"/>
          </a:xfrm>
          <a:prstGeom prst="roundRect">
            <a:avLst>
              <a:gd name="adj" fmla="val 10606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057400" y="425196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(Chrome)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057400" y="4553712"/>
            <a:ext cx="5029200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ParaBank web application target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 rot="16200000">
            <a:off x="274320" y="1371600"/>
            <a:ext cx="1828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(Top → Bottom)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Project Structure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547360" y="914400"/>
            <a:ext cx="3276600" cy="38404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all library dependencies — Selenium, TestNG, and Maven plugins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testng.xml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0" y="2395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test suite, execution order, and included test classes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config.properties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0" y="3035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URL, username, and password for easy configuration changes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src/main/java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0" y="3675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utility code shared across all test cases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src/test/java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43600" y="43159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 objects and test case scripts live here</a:t>
            </a:r>
            <a:endParaRPr lang="en-US" sz="10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BCF335E-6CBF-0F48-6BAE-1BEF0473A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1" y="805349"/>
            <a:ext cx="4063999" cy="4310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Inside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/main/java &amp;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/test/java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96012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87168" y="960120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BaseTest.java — responsible for browser setup (@BeforeMethod) and teardown (@AfterMethod)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55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pages/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1755648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7168" y="1755648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classes for each screen: LoginPage, RegisterPage, TransferFundsPage, BillPayPage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551176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511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utilities/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2551176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87168" y="2551176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classes: ConfigReader, ScreenshotUtil, and TestData for shared test state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346704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4670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testcases/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31720" y="3346704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87168" y="3346704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test scripts: RegisterTest, TransferFundsTest, BillPayTest, DemoTest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142232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422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Screenshots/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31720" y="4142232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87168" y="4142232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folder where ScreenshotUtil saves PNG evidence on test pass/fail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BaseTest.java – Browser Lifecycle Management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2212848"/>
            <a:ext cx="4754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32120" y="1435016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0" y="15361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@BeforeMethod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0" y="17785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every test method — sets up a fresh browser instance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32120" y="2552277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0" y="2609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 Setup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0" y="28072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ChromeDriver, maximizes the browser window, and navigates to the app URL from config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32120" y="3656203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5669280" y="3656203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@AfterMethod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0" y="3843677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every test — closes the browser to release resources and avoid memory leaks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F57E3B1-FD29-5189-06C2-4A82465BB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922401"/>
            <a:ext cx="4400973" cy="40987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ConfigReader.java – Centralized Configuration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config.properties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url=</a:t>
            </a:r>
            <a:r>
              <a:rPr lang="en-US" sz="11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http://parabank.para...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</a:t>
            </a:r>
            <a:r>
              <a:rPr lang="en-US" sz="11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generated_user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password=</a:t>
            </a:r>
            <a:r>
              <a:rPr lang="en-US" sz="1100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Test@1234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640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373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6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ConfigReader.java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435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 prop = new Properties();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74920" y="16550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prop.load(new FileReader(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74920" y="1874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"config.properties"));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74920" y="209397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getURL()  → prop.get("url")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4920" y="2313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getUser() → prop.get("username")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74920" y="2532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getPass() → prop.get("password")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17520"/>
            <a:ext cx="2514600" cy="365760"/>
          </a:xfrm>
          <a:prstGeom prst="roundRect">
            <a:avLst>
              <a:gd name="adj" fmla="val 12500"/>
            </a:avLst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URL or credentials in one file — all tests pick it up automatically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017520"/>
            <a:ext cx="2514600" cy="365760"/>
          </a:xfrm>
          <a:prstGeom prst="roundRect">
            <a:avLst>
              <a:gd name="adj" fmla="val 12500"/>
            </a:avLst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456432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URLs are never embedded in test code, making maintenance easier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292608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3017520"/>
            <a:ext cx="2514600" cy="365760"/>
          </a:xfrm>
          <a:prstGeom prst="roundRect">
            <a:avLst>
              <a:gd name="adj" fmla="val 12500"/>
            </a:avLst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Switching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456432"/>
            <a:ext cx="24231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dev, staging, and production by simply changing config.properties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2DAC5-7775-4F03-F860-5229752C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9A2DDA-FF79-555C-55A3-24C6CCDB29C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06C24C7-00F3-95E5-7BFE-73FC98533625}"/>
              </a:ext>
            </a:extLst>
          </p:cNvPr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527BFAD-2C37-9E62-B1AA-08C07EEFAB32}"/>
              </a:ext>
            </a:extLst>
          </p:cNvPr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ScreenshotUtil.java – 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EECA2C1-A287-B7C9-FD73-845E4083C346}"/>
              </a:ext>
            </a:extLst>
          </p:cNvPr>
          <p:cNvSpPr/>
          <p:nvPr/>
        </p:nvSpPr>
        <p:spPr>
          <a:xfrm>
            <a:off x="4709160" y="17373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C4776B7-99CA-409D-B4FB-2CE91FC0B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37" y="1024128"/>
            <a:ext cx="3560544" cy="38266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D6FA1CD-4988-FE51-871D-9E0B697FE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39082"/>
            <a:ext cx="2827265" cy="10821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2EA2B1E-20D1-C2D8-6EF7-943F665E4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19" y="2321216"/>
            <a:ext cx="2827265" cy="107451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28B9F60-04E0-6AE3-4E34-4407CCF62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17" y="3395729"/>
            <a:ext cx="2827267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55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09728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F18F01">
              <a:alpha val="10000"/>
            </a:srgbClr>
          </a:solidFill>
          <a:ln w="12700">
            <a:solidFill>
              <a:srgbClr val="F18F0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2D1B1B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POM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scattered across all test files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element found in 10 different tests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7523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UI change requires updating dozens of files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2826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tightly coupled to implementation details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8130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debug and maintain at scale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1B2D1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188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POM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6916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has its own class with all locators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222199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call reusable methods from page classes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9160" y="275234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 → update only one page class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328269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test logic &amp; page actions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381304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6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scalable as application grows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LoginPage.java – Page Object Class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27650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359152"/>
            <a:ext cx="466344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100584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77840" y="1078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1417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WebDriver instance from the test class so it operates on the same browser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192024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77840" y="1993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(By)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23317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locators stored as class fields — find username/password fields and login button by their HTML attributes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0680" y="310896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77840" y="3182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 Method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0" y="35204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action method — enters username and password, then clicks login. Any test can call this in one line</a:t>
            </a:r>
            <a:endParaRPr lang="en-US" sz="11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9448F3A-EC37-E41F-AC82-21594F2A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93" y="873244"/>
            <a:ext cx="4656223" cy="41303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RegisterPage.java – User Registration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7784" y="1572768"/>
            <a:ext cx="0" cy="18288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005840"/>
            <a:ext cx="7818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0332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Register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2984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the 'Register' link on the home page to open the registration form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7784" y="2368296"/>
            <a:ext cx="0" cy="18288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801368"/>
            <a:ext cx="7818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1828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Personal Details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939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first name, last name, address, city, state, zip code, phone, and SSN into form fields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688336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57784" y="3163824"/>
            <a:ext cx="0" cy="18288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2596896"/>
            <a:ext cx="7818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2624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Unique Username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8895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System.currentTimeMillis() to a base string — ensures uniqueness on every test run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483864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483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7784" y="3959352"/>
            <a:ext cx="0" cy="18288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392424"/>
            <a:ext cx="7818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43000" y="34198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and confirms the password for the new account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279392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79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05840" y="4187952"/>
            <a:ext cx="7818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43000" y="42153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Store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4480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'Register', then saves the generated username in TestData.java for use in subsequent tests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TransferFundsPage.java – Fund Transfer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1316736" cy="1280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664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registered credentials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81912" y="15087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37360" y="1188720"/>
            <a:ext cx="1316736" cy="1280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1664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Post-login landing page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3240" y="15087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8688" y="1188720"/>
            <a:ext cx="1316736" cy="1280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18688" y="1664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18688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Transfer page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44568" y="15087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00016" y="1188720"/>
            <a:ext cx="1325880" cy="1280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0016" y="1664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0016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transfer amount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25896" y="15087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1344" y="1188720"/>
            <a:ext cx="1325880" cy="1280160"/>
          </a:xfrm>
          <a:prstGeom prst="roundRect">
            <a:avLst>
              <a:gd name="adj" fmla="val 5517"/>
            </a:avLst>
          </a:prstGeom>
          <a:solidFill>
            <a:srgbClr val="E8F8F5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81344" y="1664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81344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Transfer button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07224" y="15087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62672" y="1188720"/>
            <a:ext cx="1325880" cy="1280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62672" y="1188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62672" y="1664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62672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success message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28346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8F0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Code – TransferFundsPage.java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318211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driver.findElement(By.linkText("Transfer Funds")).click();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3465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driver.findElement(By.id("amount")).sendKeys("500");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37490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driver.findElement(By.id("transferButton")).click();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40325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msg = driver.findElement(By.tagName("h1")).getText();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43159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Assert.assertEquals(msg, "Transfer Complete!");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BillPayPage.java – Bill Payment</a:t>
            </a:r>
            <a:endParaRPr lang="en-US" sz="22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A6CBFD3-1651-61FF-8F1E-740B481B1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14" y="960118"/>
            <a:ext cx="3737906" cy="390544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98F07FB-9CD6-2FB6-19C5-8C0FA2C67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483" y="1369066"/>
            <a:ext cx="4735716" cy="30875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TestData.java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13075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Test State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dynamically generated username as a public static variable. This allows RegisterTest to store the username and TransferFundsTest / BillPayTest to retrieve it without re-registering.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02336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E1E2E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40233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String username;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24128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241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ScreenshotUtil.java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13075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1664208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screenshot at the end of each test using TakesScreenshot interface. Saves the PNG to the Screenshots/ folder with a timestamped filename. Called in @AfterMethod.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402336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E1E2E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40233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captureScreenshot(driver, testName)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914400"/>
            <a:ext cx="2788920" cy="384048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024128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0241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ConfigReader.java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3640" y="13075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1664208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URL, username (base), and password from config.properties using Java's Properties class. Returns values as strings via static methods for use anywhere in the framework.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02336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1E1E2E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40233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getURL()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6984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9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registration page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 with valid data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unique username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registration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Registration Successful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36592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106984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069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TransferFundsTest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registered user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19472" y="1801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Transfer Funds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9472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$500 amount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accounts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19472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Transfer Complete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99008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9981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998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BillPayTest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registered user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3831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Bill Pay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payee details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payment amount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Bill Payment Complete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36592" y="2990088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28032" y="309981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0998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DemoTest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19472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smoke test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19472" y="3831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overall flow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19472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all page objects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19472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integration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19472" y="4572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150" dirty="0">
                <a:solidFill>
                  <a:srgbClr val="1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Full flow passes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05156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515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testng.xml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27632" y="105156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entry point — defines class 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618488"/>
            <a:ext cx="0" cy="16459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0029" y="1764792"/>
            <a:ext cx="367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62272" y="187452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8745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RegisterTest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59552" y="187452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account &amp; saves username to TestData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2441448"/>
            <a:ext cx="0" cy="16459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1" y="2633472"/>
            <a:ext cx="46058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269748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6974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TransferFundsTest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27632" y="269748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reads username from TestData, transfers $500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4600" y="3264408"/>
            <a:ext cx="0" cy="16459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0029" y="3392424"/>
            <a:ext cx="3674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34290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62272" y="352044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35204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BillPayTest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59552" y="352044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pays bill using shared username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4087368"/>
            <a:ext cx="0" cy="16459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215384"/>
            <a:ext cx="2675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" y="4343400"/>
            <a:ext cx="1005840" cy="475488"/>
          </a:xfrm>
          <a:prstGeom prst="roundRect">
            <a:avLst>
              <a:gd name="adj" fmla="val 9615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3434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DemoTest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27632" y="434340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validation across all features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75320" y="1874520"/>
            <a:ext cx="658368" cy="2468880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75320" y="1874520"/>
            <a:ext cx="6583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1683173"/>
            <a:ext cx="37033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3291840"/>
            <a:ext cx="370332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testng.xml – Test Suite Configuration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327709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348179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028493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368650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60720" y="91440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97880" y="960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tag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97880" y="1234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entire test suite. 'verbose=1' enables console logging during execution.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0" y="1892808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97880" y="1938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tag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97880" y="22128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 collection of test classes into one logical test batch.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60720" y="2871216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2916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section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97880" y="31912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each test class by its fully qualified name. TestNG executes them in the order listed here — Register first, then Transfer, then BillPay.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60720" y="3849624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897880" y="3895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97880" y="41696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RegisterTest → TransferFundsTest → BillPayTest → DemoTest. This order matters because later tests depend on the registered username.</a:t>
            </a:r>
            <a:endParaRPr lang="en-US" sz="10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5ED15E6-02A3-D4D4-383D-E0BED4E74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76621"/>
            <a:ext cx="4968671" cy="35588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 – Test Execution Log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830629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30794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10347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58079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058107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37631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E805FAD-B96D-B7E6-F232-5BA271CEE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33" y="878044"/>
            <a:ext cx="8398933" cy="41645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468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– 100% Pass Rate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803136" y="9601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803136" y="2057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2485324087"/>
              </p:ext>
            </p:extLst>
          </p:nvPr>
        </p:nvGraphicFramePr>
        <p:xfrm>
          <a:off x="5943600" y="960120"/>
          <a:ext cx="29260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249800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Summary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288205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Duration: ~38 seconds for full suite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315637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Browser: Google Chrome (headless-compatible)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343069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Local machine via ChromeDriver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70501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►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Screenshots saved for all 4 tests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1AF1C2E-CB9C-5F23-C125-B9A1C6E43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79073"/>
            <a:ext cx="3825572" cy="62489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09728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F18F01">
              <a:alpha val="10000"/>
            </a:srgbClr>
          </a:solidFill>
          <a:ln w="12700">
            <a:solidFill>
              <a:srgbClr val="F18F01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 of the ParaBank Automation Framework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22960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3258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2344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implemented a Selenium + Java automation framework from scratch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161848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framework — no shortcuts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574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196596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Page Object Model pattern across all 4 page classes for clean, reusable code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" y="23500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design pattern</a:t>
            </a:r>
            <a:endParaRPr lang="en-US" sz="10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889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26974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all 4 test cases with 100% pass rate and zero failures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77240" y="3081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banking flows</a:t>
            </a:r>
            <a:endParaRPr lang="en-US" sz="10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5204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342900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automated screenshots as visual evidence for each passing test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77240" y="38130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test evidence management</a:t>
            </a:r>
            <a:endParaRPr lang="en-US" sz="10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25196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" y="41605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full automation of Register → Login → Transfer → BillPay flow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77240" y="45445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banking workflow automated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02920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Snehal Reddy </a:t>
            </a:r>
            <a:r>
              <a:rPr lang="en-US" sz="1100" dirty="0" err="1">
                <a:solidFill>
                  <a:srgbClr val="8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Godala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2425</Words>
  <Application>Microsoft Office PowerPoint</Application>
  <PresentationFormat>On-screen Show (16:9)</PresentationFormat>
  <Paragraphs>353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ParaBank End-to-End Automation Framework</dc:title>
  <dc:subject>PptxGenJS Presentation</dc:subject>
  <dc:creator>Snehal Reddy Godala</dc:creator>
  <cp:lastModifiedBy>shreshtaareddy@outlook.com</cp:lastModifiedBy>
  <cp:revision>35</cp:revision>
  <dcterms:created xsi:type="dcterms:W3CDTF">2026-06-14T16:29:43Z</dcterms:created>
  <dcterms:modified xsi:type="dcterms:W3CDTF">2026-06-15T18:15:22Z</dcterms:modified>
</cp:coreProperties>
</file>